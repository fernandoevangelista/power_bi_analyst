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</p:sldIdLst>
  <p:sldSz cx="12192000" cy="6858000"/>
  <p:notesSz cx="6858000" cy="9144000"/>
  <p:custDataLst>
    <p:tags r:id="rId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51"/>
    <p:restoredTop sz="94647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tags" Target="tags/tag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Ícone para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Conteúdo do suplemento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Conteúdo do suplemento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c977b134-1b9e-4c02-a907-a8361043cb5b}">
  <we:reference id="WA200003233" version="2.0.0.3" store="pt-BR" storeType="OMEX"/>
  <we:alternateReferences/>
  <we:properties>
    <we:property name="Microsoft.Office.CampaignId" value="&quot;none&quot;"/>
    <we:property name="reportUrl" value="&quot;/links/xwXEp_YsLt?ctid=f8b3a868-78e9-48cc-9800-dc8441567c06&amp;pbi_source=linkShare&amp;fromEntryPoint=share&quot;"/>
    <we:property name="reportState" value="&quot;CONNECTED&quot;"/>
    <we:property name="artifactViewState" value="&quot;live&quot;"/>
    <we:property name="reportEmbeddedTime" value="&quot;2025-09-09T12:53:45.445Z&quot;"/>
    <we:property name="creatorSessionId" value="&quot;e266d553-175d-4133-a5b9-aca0dea3506b&quot;"/>
    <we:property name="creatorUserId" value="&quot;10032003252D0350&quot;"/>
    <we:property name="creatorTenantId" value="&quot;f8b3a868-78e9-48cc-9800-dc8441567c06&quot;"/>
    <we:property name="pageDisplayName" value="&quot;Página 3&quot;"/>
    <we:property name="reportName" value="&quot;sample_financial&quot;"/>
    <we:property name="isVisualContainerHeaderHidden" value="false"/>
    <we:property name="isFiltersActionButtonVisible" value="false"/>
    <we:property name="initialStateBookmark" value="&quot;H4sIAAAAAAAAA+1WUW/aMBD+K5Wf0eQQCLRvlDFp6mhRWfsyoeliX1JXxo4ch0Er/vvODl1bJo2XruNheYn93dn3fecvkR+ZVHWlYXMJS2Rn7LORSoC07iRhHWZa8Pzq6mI6ur74fjmaTgi2lVfW1OzskXlwJfpbVTegwxYEflt0GGg9gzLMCtA1dliFrrYGtHrANplC3jW47TBcV9o6CFvOPXgM264oneZUO/mQUkUQXq1wjsK36DVW1vndvEDRT/tZ1kuQ52IIkKZhTd1GI83D+aFoJDa2xoMyRCBgvUG/lw4LOJXD00GWdLM0zQNeKO13Kflmsq4c6aZubKrQrzGpKK2jRmoW9TmsWzmPbGx1s4yjySt8bhsn8BqLGDJe+Q3tVCgDRqjQri21auYsNTJG5lgu0fgI39kfY4dUVLIzvu384jGSK1pN6D6JUVk6LMHvppO/wpCGhWoJfmrM7uT473wXhNTKlHrnjOej+NrKqBSO78D54Lz8ns4wtJ0WWSfRnW9i5z8q92SObmeP+D9Vu108uZcy7l9YcmeSlv7bu2KxDaEiSXgGxQA5z4ci6/Yl50dh37FtjCfxx2vfkzlorA/b91j43hjl65O51fINPjl4aBxOodr/5N7Pyc8GaZ3czQaQZD0+4BxykByHKP47+X1/xMfniiIVUgxFjwvJk7yXdU8h3h/+KMPj2ud2/VpFfF4ibIl0tQkD2/i6AoEzMBjVVC0hhTGPThSMDC2MYxfeXxSZsi19C7oJVeNFiMUixEblGg8sCNcjFmkFrdufX9icbaoJAAA=&quot;"/>
    <we:property name="bookmark" value="&quot;H4sIAAAAAAAAA+1WsW7bMBD9FYOzUVCWLUvZUtcFCrSFEbdZAg8n8qQwoEmBolw7hv+9R8ppEhdoljT1UC0i3x157x2fBO6ZVG2jYfcV1sgu2CcjlQBp3SBhQ2Z6MK8mEyinEtOkKAqZy6LIKGobr6xp2cWeeXA1+mvVdqDDTgTerIYMtF5AHWYV6BaHrEHXWgNa3WOfTCHvOjwMGW4bbR2ELZcePIZtN5ROc6KQvEupIgivNrhE4Xv0Chvr/HFeoZikkywbJ8hLkQOkaVjT9tFI8+X8UDQSm1njQRkiELDxdDJO8wpIfDHNklGWpmXAK6X9MaXczbeNI93UjV0T2jYjFbV11E/Noj6HbS9nz2ZWd+s4mj/Dl7ZzAq+wiiHjld/RTpUyYIQK7TpQqxbOUiNjZIn1Go2P8K39MXNIRSW74IfhLx6XckOrCT0lcVnXDmvwx+n8rzCkYaV6gh87czw5/jvfFSGtMrU+OuPxKL71MhqFs1twPjivvKMzDG2nRdZJdO93sfMflHswx2h4Qvyfqj2sHtxLGXdPLHk0SU//9V2xOoRQlSQ8g2qKnJe5yEYTyflZ2HdmO+NJ/Pnad7AEje3L9j0Xvt+N8u1gabV8hU8O7juHX6A5/eTezsmPBumdPMqmkGRjPuUcSpAccxT/nfy2P+Lzc0WVCilyMeZC8qQcZ6MC4v3hjzI8bn1pt89VxOcpwtZIV5swsJ1vGxC4AINRTdMTUhjz6ETByNDCOHbh/VmRKfvS16C7UDVehFgsE7gffgLmZvYngQkAAA==&quot;"/>
    <we:property name="datasetId" value="&quot;4e06b6f8-2cfa-414e-8dcf-87ef734dc956&quot;"/>
    <we:property name="embedUrl" value="&quot;/reportEmbed?reportId=f297cc3c-f5b0-437c-82b8-61f97c509459&amp;config=eyJjbHVzdGVyVXJsIjoiaHR0cHM6Ly9XQUJJLUJSQVpJTC1TT1VUSC1CLVBSSU1BUlktcmVkaXJlY3QuYW5hbHlzaXMud2luZG93cy5uZXQiLCJlbWJlZEZlYXR1cmVzIjp7InVzYWdlTWV0cmljc1ZOZXh0Ijp0cnVlfX0%3D&amp;disableSensitivityBanner=true&amp;storytellingChangeViewModeShortcutKeys=true&quot;"/>
    <we:property name="backgroundColor" value="&quot;#FFFFFF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1505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Segoe UI Light</vt:lpstr>
      <vt:lpstr>Office Theme</vt:lpstr>
      <vt:lpstr>Microsoft Power BI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Slup Sorvetes</cp:lastModifiedBy>
  <cp:revision>3</cp:revision>
  <dcterms:created xsi:type="dcterms:W3CDTF">2018-06-07T21:39:02Z</dcterms:created>
  <dcterms:modified xsi:type="dcterms:W3CDTF">2025-09-09T12:56:53Z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